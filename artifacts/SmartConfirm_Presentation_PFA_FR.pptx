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Je vais vous présenter SmartConfirm, une plateforme qui relie les boutiques e-commerce, WhatsApp et une intelligence artificielle orientée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n’est pas uniquement d’envoyer un message. Il faut comprendre la demande, agir sur la bonne commande et garder une trace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six objectifs structurent le projet : intégration, conversation, actions métier, collaboration humaine, pilotage et modèle SaaS.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SmartConfirm joue le rôle de couche d’orchestration. Le fournisseur d’IA ne connaît pas directement les boutiques : notre backend lui expose des outils sûrs.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capture montre la page de discussion. Le système centralise la conversation et les données utiles au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backend est organisé par modules NestJS. Le registre de fournisseurs évite de dupliquer la logique générique entre les plateformes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point important est l’idempotence. Une commande créée depuis WhatsApp ne doit pas être annoncée deux fois lorsque son webhook revient depuis la boutique.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L’IA propose une intention structurée. Le backend valide chaque argument et exécute l’action. Le modèle ne reçoit jamais un accès direct à la base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registre de providers fournit une interface commune. Ainsi, les outils IA ne sont pas écrits uniquement pour Shopify ou WooCommerce.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L’objectif est d’aider l’humain à résoudre rapidement le problème, sans relire toute la conversation ni ouvrir la boutique dans un autre onglet.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L’administrateur gère les plans, paiements, utilisateurs et journaux. Il n’utilise pas les fonctions commerciales réservées aux comptes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démonstration, préparer une session déjà connectée et une boutique de test. Montrer un scénario court, fiable et mesurable.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atteint son objectif principal, mais une mise en production nécessite surtout des tests de charge, une observabilité complète et une gestion stricte des fournisseurs externes.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pour votre attention. Je suis prêt à répondre aux questions sur l’architecture, les outils IA, la sécurité ou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33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082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SMARTCONFIRM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NE\Desktop\angular\OpenWA\dashboard\public\smartconfirm_logo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19456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74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AFF"/>
                </a:solidFill>
              </a:rPr>
              <a:t>SmartConfirm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8580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BF3BE"/>
                </a:solidFill>
              </a:rPr>
              <a:t>Automatisation intelligente des confirmations de commandes via WhatsApp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94944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Projet de fin d'année • Présenté par Amine • 2025–2026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4944" y="4800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93B2"/>
                </a:solidFill>
              </a:rPr>
              <a:t>Commerce connecté  •  IA conversationnelle  •  Support humain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35440" y="1508760"/>
            <a:ext cx="1645920" cy="1645920"/>
          </a:xfrm>
          <a:prstGeom prst="rect">
            <a:avLst/>
          </a:prstGeom>
          <a:solidFill>
            <a:srgbClr val="0F2C21"/>
          </a:solidFill>
          <a:ln w="25400">
            <a:solidFill>
              <a:srgbClr val="23D3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3D36B"/>
                </a:solidFill>
              </a:rPr>
              <a:t>SC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CONTEXTE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Le problème métier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193B2"/>
                </a:solidFill>
              </a:rPr>
              <a:t>Une commande en ligne ne devient une vente réelle que lorsque le client est rassuré et confirmé.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Temps perdu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Les équipes relancent manuellement les clients, vérifient les informations et changent de plusieurs outils.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4864" cy="33832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Données dispersées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Commandes, produits, conversations, paiements et livraison restent séparés entre la boutique et WhatsApp.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011680"/>
            <a:ext cx="54864" cy="338328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388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Expérience fragile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Réponses statiques, doublons de messages, manque de suivi et transfert humain tardif réduisent la confiance.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2011680"/>
            <a:ext cx="54864" cy="338328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OBJECTIFS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Ce que SmartConfirm doit accomplir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3560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Connecter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Shopify, WooCommerce et YouCan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3036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Converser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036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WhatsApp texte, média et audio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2512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Agir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2512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Créer, confirmer et mettre à jour une commande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3560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Superviser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560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Donner le contrôle à un agent humain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036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Mesurer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Usage, campagnes, IA et performances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7532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2512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Monétiser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512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Plans, quotas et paiements récurrents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Une plateforme, trois couches coordonnées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Canaux &amp; boutiques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57A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WhatsApp / Baileys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Shopify • WooCommerce • YouCan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2628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Orchestration SmartConfirm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23D3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Webhooks normalisés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Conversations • outils • files d’attente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36676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Exécution &amp; contrôle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6676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FFB54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Commandes • messages • campagnes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Dashboard • humain • 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983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F3BE"/>
                </a:solidFill>
              </a:rPr>
              <a:t>Résultat : une conversation peut déclencher une action réelle, contrôlée et traçable.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FONCTIONNEL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Du message client à la commande</a:t>
            </a:r>
            <a:endParaRPr lang="en-US" sz="2800" dirty="0"/>
          </a:p>
        </p:txBody>
      </p:sp>
      <p:pic>
        <p:nvPicPr>
          <p:cNvPr id="4" name="Image 0" descr="C:/Users/AMINE/AppData/Local/Temp/codex-clipboard-5e1571bd-8279-4fec-a5c4-c3b74a873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294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18288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1. Comprendre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26680" y="225856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Langue naturelle, darija, français et contexte client.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54864" cy="100584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26680" y="3154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2. Proposer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358444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Produits, variantes, images et informations de boutique.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3154680"/>
            <a:ext cx="54864" cy="100584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26680" y="448056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3. Exécuter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91032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Confirmation explicite avant création ou modification.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89520" y="4480560"/>
            <a:ext cx="54864" cy="100584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Architecture technique modulaire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Frontend React + Vite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1783080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Dashboard, authentification, boutiques, chats, campagnes,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API NestJS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2633472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JWT, rôles, validation, services métier, Swagger,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483864"/>
            <a:ext cx="2468880" cy="50292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4"/>
                </a:solidFill>
              </a:rPr>
              <a:t>Commerce Automation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483864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Agent IA, tool calling, mémoire courte, handoff humain, audio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334256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Provider Registry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4334256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Adaptateurs Shopify, WooCommerce, YouCan et normalisation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84648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Données &amp; infrastructure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5184648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PostgreSQL, TypeORM, Redis optionnel, Baileys, Docker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CYCLE MÉTIER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Confirmation d’une commande, sans ambiguïté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Webhook reçu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4884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Commande normalisée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476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Message planifié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Dialogue 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86600" y="2240280"/>
            <a:ext cx="457200" cy="457200"/>
          </a:xfrm>
          <a:prstGeom prst="rect">
            <a:avLst/>
          </a:prstGeom>
          <a:solidFill>
            <a:srgbClr val="FFB5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Confirmation explicite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3252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Mise à jour boutique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68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37844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0412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Notification &amp; audit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F3BE"/>
                </a:solidFill>
              </a:rPr>
              <a:t>Protection contre les doublons : identifiant d’événement, reçus de messages et règles d’idempotence.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INTELLIGENCE ARTIFICIELLE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Une IA utile parce qu’elle possède des outils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Comprendre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Détecter l’intention, conserver un contexte compact, répondre dans la langue du client et demander les informations manquantes.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4864" cy="34747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Appeler un outil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Rechercher produits et commandes, calculer un panier, préparer une mutation ou créer une commande via le provider.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54864" cy="34747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816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Sécuriser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Validation serveur, permissions, confirmation explicite, journal d’outil, quotas IA et transfert à un humain.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01000" y="1874520"/>
            <a:ext cx="54864" cy="34747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INTÉGRATIONS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Même métier, fournisseurs différents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23D3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Shopify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423160" y="1828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OAuth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17720" y="1828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Webhooks commandes / produits / fulfillment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0" y="1828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Tags et mises à jour via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57A8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WooCommerce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23160" y="2971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Clés 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Webhooks WooCommerce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2971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Statuts, notes, avis produits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FFB5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YouCan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23160" y="4114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OAuth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Rest hooks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4114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Commandes, produits, clients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D36B"/>
                </a:solidFill>
              </a:rPr>
              <a:t>IntegrationProviderRegistry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Collaboration IA ↔ agent humain</a:t>
            </a:r>
            <a:endParaRPr lang="en-US" sz="2800" dirty="0"/>
          </a:p>
        </p:txBody>
      </p:sp>
      <p:pic>
        <p:nvPicPr>
          <p:cNvPr id="4" name="Image 0" descr="C:/Users/AMINE/AppData/Local/Temp/codex-clipboard-9330d52d-e0f4-49c6-8bb5-6f4f0a092f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67665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7830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Contexte immédiat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221284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Boutique, commandes, produits, paiement, livraison et prochaine action.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635240" y="1783080"/>
            <a:ext cx="54864" cy="9601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72400" y="30632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Prise en charge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349300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Take over désactive l’IA pour toute la conversation, pas seulement une commande.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3063240"/>
            <a:ext cx="54864" cy="9601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0" y="43434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Reprise contrôlée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477316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Resume AI rend la conversation à l’agent automatique avec son historique utile.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343400"/>
            <a:ext cx="54864" cy="9601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SAAS &amp; SÉCURITÉ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Accès, quotas et traçabilité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JWT + rôles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Isolation par utilisateur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Secrets chiffrés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5256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Webhooks signés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Journal d’audit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Quotas messages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Quotas IA / audio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Stripe &amp; PayPal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F3BE"/>
                </a:solidFill>
              </a:rPr>
              <a:t>Administrateur : gouvernance globale  •  Utilisateur : uniquement ses sessions, boutiques et données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DÉMONSTRATION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Scénario proposé pendant la soutenance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Connecter une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Scanner le QR et vérifier l’état connecté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Connecter une boutique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Installer Shopify, WooCommerce ou YouCan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Créer une commande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Le client demande un produit sur WhatsApp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Confirmer et suivre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L’IA appelle les outils et synchronise la boutique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Prendre la main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5166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L’agent humain consulte le contexte puis reprend l’IA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BILAN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Résultats, limites et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Résultats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Plateforme multi-boutiques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Conversations et actions réelles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Handoff humain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Gestion SaaS et paiements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Audio, campagnes et notifications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54864" cy="34747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Limites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Qualité variable des modèles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Dépendance aux API externes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Règles WhatsApp et coûts audio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Tests réels nécessaires à grande échelle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54864" cy="34747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816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Perspectives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RAG sur le catalogue et politiques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Observabilité avancée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Courriers et transporteurs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Analyse de sentiment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Application mobile 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54864" cy="34747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SmartConfirm transforme une conversation en processus métier fiable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7A8FF"/>
                </a:solidFill>
              </a:rPr>
              <a:t>Connecter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1772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Comprendre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47"/>
                </a:solidFill>
              </a:rPr>
              <a:t>Agir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7FAFF"/>
                </a:solidFill>
              </a:rPr>
              <a:t>Une plateforme pensée pour le client, l’agent humain et le commerçant.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91840" y="48920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BF3BE"/>
                </a:solidFill>
              </a:rPr>
              <a:t>Merci — Questions 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SmartConfirm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SmartConfirm — automatisation conversationnelle du commerce</dc:title>
  <dc:subject>Projet de fin d'annee SmartConfirm</dc:subject>
  <dc:creator>Amine</dc:creator>
  <cp:lastModifiedBy>Amine</cp:lastModifiedBy>
  <cp:revision>1</cp:revision>
  <dcterms:created xsi:type="dcterms:W3CDTF">2026-09-20T11:29:49Z</dcterms:created>
  <dcterms:modified xsi:type="dcterms:W3CDTF">2026-09-20T11:29:49Z</dcterms:modified>
</cp:coreProperties>
</file>